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AANetSphere – Usage Procedure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Methodology for Network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Launch AANetSphere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AANetSphere.exe or python src/aanetsphere.py</a:t>
            </a:r>
          </a:p>
          <a:p>
            <a:r>
              <a:t>Ensure application loads successfully</a:t>
            </a:r>
          </a:p>
          <a:p>
            <a:r>
              <a:t>Verify main UI with input fields and action buttons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Enter Network CIDRs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IPv4 and/or IPv6 root networks</a:t>
            </a:r>
          </a:p>
          <a:p>
            <a:r>
              <a:t>Example: 10.84.230.0/23 or 2604:5580:4::/48</a:t>
            </a:r>
          </a:p>
          <a:p>
            <a:r>
              <a:t>Enter multiple CIDRs line by line if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Select Split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'By New Prefix' for subnet size</a:t>
            </a:r>
          </a:p>
          <a:p>
            <a:r>
              <a:t>Choose 'By # Subnets' for number of segments</a:t>
            </a:r>
          </a:p>
          <a:p>
            <a:r>
              <a:t>Define prefix or number as per requirement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Analyze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 'Analyze' button</a:t>
            </a:r>
          </a:p>
          <a:p>
            <a:r>
              <a:t>System calculates subnet boundaries</a:t>
            </a:r>
          </a:p>
          <a:p>
            <a:r>
              <a:t>Displays IP ranges, usable hosts, overlap flags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Review Overlaps &amp;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'Overlap Report' to detect conflicts</a:t>
            </a:r>
          </a:p>
          <a:p>
            <a:r>
              <a:t>Use 'Summarize' to aggregate final subnets</a:t>
            </a:r>
          </a:p>
          <a:p>
            <a:r>
              <a:t>Validate correctness before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Dual-Stack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IPv6 base prefix</a:t>
            </a:r>
          </a:p>
          <a:p>
            <a:r>
              <a:t>Select target prefix (usually /64)</a:t>
            </a:r>
          </a:p>
          <a:p>
            <a:r>
              <a:t>Click 'Dual-Stack Mapping' to map IPv4 ↔ IPv6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Host Planning &amp; VLSM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host requirements (e.g., 200,50,10)</a:t>
            </a:r>
          </a:p>
          <a:p>
            <a:r>
              <a:t>Use 'Host Planner' to match existing subnets</a:t>
            </a:r>
          </a:p>
          <a:p>
            <a:r>
              <a:t>Use 'VLSM Allocation' for new subnet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Manage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'Manage Metadata'</a:t>
            </a:r>
          </a:p>
          <a:p>
            <a:r>
              <a:t>Add Owner, Environment, Purpose, Status</a:t>
            </a:r>
          </a:p>
          <a:p>
            <a:r>
              <a:t>Save metadata for audit and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Export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 results to Excel</a:t>
            </a:r>
          </a:p>
          <a:p>
            <a:r>
              <a:t>Includes subnets, overlaps, mappings, metadata</a:t>
            </a:r>
          </a:p>
          <a:p>
            <a:r>
              <a:t>Use for audits, reviews, and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10: Password Vault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'Password Manager'</a:t>
            </a:r>
          </a:p>
          <a:p>
            <a:r>
              <a:t>Create vault with master password</a:t>
            </a:r>
          </a:p>
          <a:p>
            <a:r>
              <a:t>Store and retrieve credentials securely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11: Save / Reuse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'Export JSON' for backup</a:t>
            </a:r>
          </a:p>
          <a:p>
            <a:r>
              <a:t>Use 'Import JSON' to restore or reuse</a:t>
            </a:r>
          </a:p>
          <a:p>
            <a:r>
              <a:t>Maintain consistency across projects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12: Final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all computed results</a:t>
            </a:r>
          </a:p>
          <a:p>
            <a:r>
              <a:t>Ensure no overlaps or sizing issues</a:t>
            </a:r>
          </a:p>
          <a:p>
            <a:r>
              <a:t>Confirm design readiness for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AANetSphere enables deterministic network planning</a:t>
            </a:r>
          </a:p>
          <a:p>
            <a:r>
              <a:t>Improves accuracy, security, and auditability</a:t>
            </a:r>
          </a:p>
          <a:p>
            <a:r>
              <a:t>Reduces risk before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AANetSphere – Usage Procedure</vt:lpstr>
      <vt:lpstr>Step 1: Launch AANetSphere</vt:lpstr>
      <vt:lpstr>Step 2: Enter Network CIDRs</vt:lpstr>
      <vt:lpstr>Step 3: Select Split Mode</vt:lpstr>
      <vt:lpstr>Step 4: Analyze Network</vt:lpstr>
      <vt:lpstr>Step 5: Review Overlaps &amp; Summaries</vt:lpstr>
      <vt:lpstr>Step 6: Dual-Stack Mapping</vt:lpstr>
      <vt:lpstr>Step 7: Host Planning &amp; VLSM</vt:lpstr>
      <vt:lpstr>Step 8: Manage Metadata</vt:lpstr>
      <vt:lpstr>Step 9: Export &amp; Documentation</vt:lpstr>
      <vt:lpstr>Step 10: Password Vault Usage</vt:lpstr>
      <vt:lpstr>Step 11: Save / Reuse Metadata</vt:lpstr>
      <vt:lpstr>Step 12: Final Validation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2026-04-30T16:41:29Z</dcterms:modified>
  <cp:category/>
</cp:coreProperties>
</file>